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  <p:embeddedFont>
      <p:font typeface="Montserrat Medium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Medium-bold.fntdata"/><Relationship Id="rId25" Type="http://schemas.openxmlformats.org/officeDocument/2006/relationships/font" Target="fonts/MontserratMedium-regular.fntdata"/><Relationship Id="rId28" Type="http://schemas.openxmlformats.org/officeDocument/2006/relationships/font" Target="fonts/MontserratMedium-boldItalic.fntdata"/><Relationship Id="rId27" Type="http://schemas.openxmlformats.org/officeDocument/2006/relationships/font" Target="fonts/Montserrat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1.xml"/><Relationship Id="rId19" Type="http://schemas.openxmlformats.org/officeDocument/2006/relationships/font" Target="fonts/Montserrat-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9dfdb5f11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9dfdb5f11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9dfdb5f11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9dfdb5f11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9dfdb5f11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9dfdb5f11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9dfdb5f11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9dfdb5f11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9dfdb5f11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9dfdb5f11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9dfdb5f11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9dfdb5f11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9dfdb5f11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9dfdb5f11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9dfdb5f11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9dfdb5f11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9dfdb5f11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a9dfdb5f11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9dfdb5f11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9dfdb5f11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Medium"/>
              <a:buNone/>
              <a:defRPr sz="2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Engineering Training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Alhawra Abumouzah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Phishing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4117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it : Attackers send emails that look real to trick someone into clicking a link or sharing information.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 A fake email from a bank asking someone to reset their password.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Protection: Check sender addresses closely and avoid clicking unexpected links.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Thief comes out of an envelope (Provided by Getty Images)"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5775" y="2809725"/>
            <a:ext cx="2360627" cy="1669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Spear Phishing and Whaling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567550"/>
            <a:ext cx="37068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it: A targeted version of phishing that focuses on specific people, often high level staff.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 An email to a company leader pretending to be from a partner requesting payment.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Protection: Verify requests for sensitive info through a second communication method.</a:t>
            </a:r>
            <a:endParaRPr/>
          </a:p>
        </p:txBody>
      </p:sp>
      <p:pic>
        <p:nvPicPr>
          <p:cNvPr descr="Malware abstract concept vector illustration. (Provided by Getty Images)" id="149" name="Google Shape;14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7050" y="1998475"/>
            <a:ext cx="2049352" cy="2049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Smishing</a:t>
            </a:r>
            <a:endParaRPr/>
          </a:p>
        </p:txBody>
      </p:sp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1297500" y="1567550"/>
            <a:ext cx="39633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it: A text message that tries to trick someone into tapping a link or sharing info.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 A message claiming a package delivery needs confirmation.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Protection: Avoid opening links in unexpected texts.</a:t>
            </a:r>
            <a:endParaRPr/>
          </a:p>
        </p:txBody>
      </p:sp>
      <p:pic>
        <p:nvPicPr>
          <p:cNvPr descr="The phone is encrypted vector icon. Isolated contour symbol illustration (Provided by Getty Images)" id="156" name="Google Shape;15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3625" y="2016762"/>
            <a:ext cx="2012774" cy="2012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Vishing and Pretexting</a:t>
            </a:r>
            <a:endParaRPr/>
          </a:p>
        </p:txBody>
      </p:sp>
      <p:sp>
        <p:nvSpPr>
          <p:cNvPr id="162" name="Google Shape;162;p17"/>
          <p:cNvSpPr txBox="1"/>
          <p:nvPr>
            <p:ph idx="1" type="body"/>
          </p:nvPr>
        </p:nvSpPr>
        <p:spPr>
          <a:xfrm>
            <a:off x="1297500" y="1567550"/>
            <a:ext cx="40950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it: A phone call where the attacker pretends to be someone trustworthy.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 A caller posing as tech support asking for login details.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Protection: Never share credentials over the phone.</a:t>
            </a:r>
            <a:endParaRPr/>
          </a:p>
        </p:txBody>
      </p:sp>
      <p:pic>
        <p:nvPicPr>
          <p:cNvPr descr="Business woman recording the conversation with customers. &#10;Customer service landing page. Concept of online customer support, telemarketing, consulting, call center and assistance. (Provided by Getty Images)" id="163" name="Google Shape;16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1801" y="2290749"/>
            <a:ext cx="2514601" cy="146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Spam and SPIM</a:t>
            </a:r>
            <a:endParaRPr/>
          </a:p>
        </p:txBody>
      </p:sp>
      <p:sp>
        <p:nvSpPr>
          <p:cNvPr id="169" name="Google Shape;169;p18"/>
          <p:cNvSpPr txBox="1"/>
          <p:nvPr>
            <p:ph idx="1" type="body"/>
          </p:nvPr>
        </p:nvSpPr>
        <p:spPr>
          <a:xfrm>
            <a:off x="1297500" y="1567550"/>
            <a:ext cx="40293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it: Unwanted messages through email or instant messaging meant to spread scams or malicious links.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 Random chat messages offering free prizes.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Protection: Report suspicious messages and avoid responding.</a:t>
            </a:r>
            <a:endParaRPr/>
          </a:p>
        </p:txBody>
      </p:sp>
      <p:pic>
        <p:nvPicPr>
          <p:cNvPr descr="Email Spamming Icon, Spam mailing, wrong e-mail address (Provided by Getty Images)" id="170" name="Google Shape;17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1226" y="1644163"/>
            <a:ext cx="1855176" cy="1855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Typosquatting</a:t>
            </a:r>
            <a:endParaRPr/>
          </a:p>
        </p:txBody>
      </p:sp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1297500" y="1567550"/>
            <a:ext cx="37800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it: Attackers register site names similar to real sites to catch typos.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 A fake site spelled gooogle dot com.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Protection: Double check URLs before entering information.</a:t>
            </a:r>
            <a:endParaRPr/>
          </a:p>
        </p:txBody>
      </p:sp>
      <p:pic>
        <p:nvPicPr>
          <p:cNvPr descr="browser  internet   online (Provided by Getty Images)" id="177" name="Google Shape;17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1775" y="1554437"/>
            <a:ext cx="2034627" cy="2034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Pharming</a:t>
            </a:r>
            <a:endParaRPr/>
          </a:p>
        </p:txBody>
      </p:sp>
      <p:sp>
        <p:nvSpPr>
          <p:cNvPr id="183" name="Google Shape;183;p20"/>
          <p:cNvSpPr txBox="1"/>
          <p:nvPr>
            <p:ph idx="1" type="body"/>
          </p:nvPr>
        </p:nvSpPr>
        <p:spPr>
          <a:xfrm>
            <a:off x="1297500" y="1567550"/>
            <a:ext cx="39267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it: Attackers redirect a user to a fake site even if the correct address was typed.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 Landing on a fake bank login page.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Protection: Look for secure connection signs like the lock icon and correct certificate.</a:t>
            </a:r>
            <a:endParaRPr/>
          </a:p>
        </p:txBody>
      </p:sp>
      <p:pic>
        <p:nvPicPr>
          <p:cNvPr descr="hook on computer display color icon vector illustration (Provided by Getty Images)" id="184" name="Google Shape;18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5900" y="1957913"/>
            <a:ext cx="2130499" cy="2130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Dumpster Diving</a:t>
            </a:r>
            <a:endParaRPr/>
          </a:p>
        </p:txBody>
      </p:sp>
      <p:sp>
        <p:nvSpPr>
          <p:cNvPr id="190" name="Google Shape;190;p21"/>
          <p:cNvSpPr txBox="1"/>
          <p:nvPr>
            <p:ph idx="1" type="body"/>
          </p:nvPr>
        </p:nvSpPr>
        <p:spPr>
          <a:xfrm>
            <a:off x="1297500" y="1567550"/>
            <a:ext cx="40437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it: Searching through trash to find sensitive information.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 Old printed emails or notes taken from a recycling bin.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Protection: Shred documents that contain private info.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Hacker laptop icon vector. Isolated contour symbol illustration (Provided by Getty Images)" id="191" name="Google Shape;19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8450" y="2154175"/>
            <a:ext cx="1737948" cy="1737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Shoulder Surfing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1297500" y="1567550"/>
            <a:ext cx="41025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it: Someone watches over a shoulder to see passwords or data.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 A person observing a laptop screen in a coffee shop.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Protection: Position screens away from public view.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24077157 (Provided by Getty Images)" id="198" name="Google Shape;19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2825" y="2233237"/>
            <a:ext cx="2423572" cy="1579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Tailgating</a:t>
            </a:r>
            <a:endParaRPr/>
          </a:p>
        </p:txBody>
      </p:sp>
      <p:sp>
        <p:nvSpPr>
          <p:cNvPr id="204" name="Google Shape;204;p23"/>
          <p:cNvSpPr txBox="1"/>
          <p:nvPr>
            <p:ph idx="1" type="body"/>
          </p:nvPr>
        </p:nvSpPr>
        <p:spPr>
          <a:xfrm>
            <a:off x="1297500" y="1567550"/>
            <a:ext cx="44688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it: Someone follows an employee into a secure area without proper access.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 A stranger slipping in behind someone through a locked door.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Protection: Politely stop unknown people and ask for ID.</a:t>
            </a:r>
            <a:endParaRPr/>
          </a:p>
        </p:txBody>
      </p:sp>
      <p:pic>
        <p:nvPicPr>
          <p:cNvPr descr="Unknown business travellers opening the hotel room with a keycard (Provided by Getty Images)" id="205" name="Google Shape;20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7550" y="2279838"/>
            <a:ext cx="2228849" cy="148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